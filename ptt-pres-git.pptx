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l'historique Git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1520" y="2697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D333B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2697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D333B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0" y="2697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D333B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7772400" cy="1554480"/>
          </a:xfrm>
          <a:prstGeom prst="roundRect">
            <a:avLst>
              <a:gd name="adj" fmla="val 7059"/>
            </a:avLst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148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comment consulter l’historique d’un projet et identifier les modifications effectuées.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– Consulter l'historique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3108960"/>
          </a:xfrm>
          <a:prstGeom prst="roundRect">
            <a:avLst>
              <a:gd name="adj" fmla="val 35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commits du projet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l’auteur et la date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 message de chaque commit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l’identifiant d’un commit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5148072" cy="3108960"/>
          </a:xfrm>
          <a:prstGeom prst="roundRect">
            <a:avLst>
              <a:gd name="adj" fmla="val 35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1228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utile 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12280" y="2743200"/>
            <a:ext cx="4507992" cy="82296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274320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–oneline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379476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commits de manière plus compacte.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show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– Examiner un commit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informations d’un commit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fichiers modifiés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lignes ajoutées et supprimées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45720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indique les changements quand on utilise "git show" :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= ajout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= suppression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605272" cy="448056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exemple :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&gt; Modifié en : Bonjour tout le monde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peut afficher :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55080" y="4114800"/>
            <a:ext cx="4965192" cy="1188720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411480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-Bonjour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+Bonjour tout le monde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– Comparer les modifications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3108960"/>
          </a:xfrm>
          <a:prstGeom prst="roundRect">
            <a:avLst>
              <a:gd name="adj" fmla="val 35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modifications non commitées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deux versions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lignes ajoutées ou supprimées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5148072" cy="3108960"/>
          </a:xfrm>
          <a:prstGeom prst="roundRect">
            <a:avLst>
              <a:gd name="adj" fmla="val 35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1228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comparer deux commits 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12280" y="2743200"/>
            <a:ext cx="4507992" cy="822960"/>
          </a:xfrm>
          <a:prstGeom prst="roundRect">
            <a:avLst>
              <a:gd name="adj" fmla="val 11111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274320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&lt;commit1&gt; &lt;commit2&gt;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2026-09-29T12:18:02Z</dcterms:created>
  <dcterms:modified xsi:type="dcterms:W3CDTF">2026-09-29T12:18:02Z</dcterms:modified>
</cp:coreProperties>
</file>