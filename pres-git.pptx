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l'historique Git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731520" y="26974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2D333B"/>
          </a:solidFill>
          <a:ln w="15875">
            <a:solidFill>
              <a:srgbClr val="F050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108960" y="26974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2D333B"/>
          </a:solidFill>
          <a:ln w="15875">
            <a:solidFill>
              <a:srgbClr val="F050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0896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0" y="269748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2D333B"/>
          </a:solidFill>
          <a:ln w="15875">
            <a:solidFill>
              <a:srgbClr val="F050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7772400" cy="1554480"/>
          </a:xfrm>
          <a:prstGeom prst="roundRect">
            <a:avLst>
              <a:gd name="adj" fmla="val 7059"/>
            </a:avLst>
          </a:prstGeom>
          <a:solidFill>
            <a:srgbClr val="2D333B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11480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F05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comment consulter l’historique d’un projet et identifier les modifications effectuées.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 – Consulter l'historique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: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les commits du projet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l’auteur et la date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5603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 message de chaque commit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retrouver l’identifiant d’un commit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utile :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461772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617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532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les commits de manière plus compacte : la liste des commits, pour mieux comprendre l’évolution du projet.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5352" y="38862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65392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d’un fichier :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65392" y="461772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9712" y="4617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-p test2.txt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65392" y="5532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l’historique du fichier avec chaque commit et ses modifications.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show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show – Examiner un commit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: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informations d’un commit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fichiers modifiés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5603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lignes ajoutées et supprimées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hash d’un commit :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461772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617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c3e5ccc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532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 le hash d’un commit : affiche l’auteur, la date, le message du commit et les lignes modifiées dans le fichier.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5352" y="38862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65392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d’un fichier :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65392" y="461772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9712" y="4617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HEAD:test.txt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65392" y="5532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 contenu d’un fichier.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show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show – Lire les changements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indique les changements quand on utilise "git show" :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A7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= ajout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CF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= suppression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35040" y="1783080"/>
            <a:ext cx="5605272" cy="3566160"/>
          </a:xfrm>
          <a:prstGeom prst="roundRect">
            <a:avLst>
              <a:gd name="adj" fmla="val 307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3550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exemple :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468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 &gt; Modifié en : Bonjour tout le monde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peut afficher :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355080" y="3611880"/>
            <a:ext cx="4965192" cy="1188720"/>
          </a:xfrm>
          <a:prstGeom prst="roundRect">
            <a:avLst>
              <a:gd name="adj" fmla="val 7692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3611880"/>
            <a:ext cx="4416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-Bonjour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+Bonjour tout le monde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diff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 – Comparer les modifications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828800"/>
          </a:xfrm>
          <a:prstGeom prst="roundRect">
            <a:avLst>
              <a:gd name="adj" fmla="val 6000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: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60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modifications non commitées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deux versions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5603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800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lignes ajoutées ou supprimées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 en cours :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68680" y="461772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4617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532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les modifications pas encore commitées.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5352" y="38862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65392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comparer deux commits :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565392" y="4617720"/>
            <a:ext cx="4754880" cy="731520"/>
          </a:xfrm>
          <a:prstGeom prst="roundRect">
            <a:avLst>
              <a:gd name="adj" fmla="val 125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39712" y="4617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&lt;commit1&gt; &lt;commit2&gt;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| show | diff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690872"/>
                <a:gridCol w="420624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à laquelle elle répond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2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050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log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Qu’est-ce qui s’est passé 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log --oneline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050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show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Qu’est-ce qui a changé dans CE commit 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show c3e5ccc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050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diff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42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Qu’est-ce qui diffère entre deux états 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429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diff &lt;commit1&gt; &lt;commit2&gt;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2026-09-29T12:26:31Z</dcterms:created>
  <dcterms:modified xsi:type="dcterms:W3CDTF">2026-09-29T12:26:31Z</dcterms:modified>
</cp:coreProperties>
</file>